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114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Blockchain Utilization in Institutional Consortium Networks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11 progress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20116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Covers work completed since week 9 (2026-04-28 to 2026-05-12)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" y="2514600"/>
            <a:ext cx="5212080" cy="1097280"/>
          </a:xfrm>
          <a:prstGeom prst="roundRect">
            <a:avLst>
              <a:gd name="adj" fmla="val 6667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2642616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week 11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" y="2953512"/>
            <a:ext cx="488289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was no class in week 10 because of public holidays, so this deck rolls up the full delta since the week 9 presentation.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600200"/>
            <a:ext cx="5303520" cy="2011680"/>
          </a:xfrm>
          <a:prstGeom prst="roundRect">
            <a:avLst>
              <a:gd name="adj" fmla="val 3636"/>
            </a:avLst>
          </a:prstGeom>
          <a:solidFill>
            <a:srgbClr val="EEF7E9"/>
          </a:solidFill>
          <a:ln w="12700">
            <a:solidFill>
              <a:srgbClr val="EEF7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53912" y="1728216"/>
            <a:ext cx="4974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 at a glance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53912" y="2039112"/>
            <a:ext cx="497433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commits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files changed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5,895 insertions / 1,624 deletions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scripts, synthesis tables, manuscript results, and slides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886200"/>
            <a:ext cx="107899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builds cleanly after PRISMA LaTeX fix and manuscript consolidation.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synthesis outputs now quantify RQ1-RQ4 using generated CSV tables.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PowerPoint artifact is produced for this week instead of a markdown draft.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scope since 2026-04-28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work included in the week 11 report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064240" cy="438912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change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1739130 / 3fb5538 / 4a21b0d / dc0c3f7 / cc08810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Consolidated manuscript into paper/paper.tex and removed placeholder or duplicate sources.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1e35719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Ignored local full-text corpus files to keep the repo lean and avoid accidental full-text commits.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2260bc6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Fixed PRISMA LaTeX break and refined the manuscript structure.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1ff9d13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Added automation for full-text recovery, author-email generation, extraction, and synthesis.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fbf8f28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Added processed synthesis CSVs and markdown evidence reports.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021e5cb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Expanded the paper with quantified tables, metric ranges, and explicit gaps across RQ1-RQ4.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and data pipeline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 and evidence assets added after week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45389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automation scripts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8952" y="1764792"/>
            <a:ext cx="314553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download_tierab_fulltexts.py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recover_oa_unpaywall.py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extract_tierab_data.py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generate_author_emails.py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synthesize_evidence.py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EEF7E9"/>
          </a:solidFill>
          <a:ln w="12700">
            <a:solidFill>
              <a:srgbClr val="EEF7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992" y="145389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processed outputs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07992" y="1764792"/>
            <a:ext cx="314553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synthesis_rq1_taxonomy.csv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synthesis_rq2_tradeoffs.csv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synthesis_rq3_interop.csv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synthesis_rq4_gaps.csv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synthesis_domain_platform.csv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132588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453896"/>
            <a:ext cx="3145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reports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57032" y="1764792"/>
            <a:ext cx="3145536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synthesis_report.md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unpaywall_recovery_report.md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extraction_tierab_report.md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tierab_download_report.md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tier_a_paywalled_contacts.md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4023360"/>
            <a:ext cx="108813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 tier A/B papers now have recovered or extracted full-text evidence for deeper synthesis.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A paywalled papers are now tracked through a dedicated contacts file for author outreach.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processed evidence layer is now reproducible from scripts instead of ad hoc manual notes.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Manuscript changes since week 9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moved from draft consolidation to quantified synthesis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5577840" cy="4297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Removed legacy main.tex and main.overleaf.tex and centralized the active manuscript in paper/paper.tex.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the generated PRISMA figure and its generator so escaped underscores no longer break the LaTeX build.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references.bib and removed unverified placeholder citations.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Results with new tables for network models, privacy mechanisms, metric coverage, interoperability patterns, and artifact availability.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0" y="141732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48272" y="1545336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status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48272" y="1856232"/>
            <a:ext cx="4425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paper.tex now compiles successfully with latexmk after the PRISMA fix. The current PDF is 12 pages and includes the new quantified tables.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0" y="3063240"/>
            <a:ext cx="4754880" cy="1417320"/>
          </a:xfrm>
          <a:prstGeom prst="roundRect">
            <a:avLst>
              <a:gd name="adj" fmla="val 5161"/>
            </a:avLst>
          </a:prstGeom>
          <a:solidFill>
            <a:srgbClr val="EEF7E9"/>
          </a:solidFill>
          <a:ln w="12700">
            <a:solidFill>
              <a:srgbClr val="EEF7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3191256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integration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48272" y="3502152"/>
            <a:ext cx="4425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now cites actual extracted ranges instead of generic claims: throughput 3-1700 TPS and latency from 1 ms up to 250+ seconds.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4837176"/>
            <a:ext cx="4425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framing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8272" y="5148072"/>
            <a:ext cx="442569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quality distribution is now explicit: Tier A 26, Tier B 122, Tier C 110, Tier D 21.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synthesis evidence now in the paper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RQ1 and RQ2 highlights extracted from the processed tables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303520" cy="246888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RQ1 taxonomy highlight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Hyperledger Fabric studies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Ethereum studies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Consortium network model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 privacy mechanisms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ZKP 25, homomorphic encryption 24, private channels 18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25880"/>
          <a:ext cx="5440680" cy="278892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</a:tblGrid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RQ2 evidence highlight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Studies reporting throughput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 (8 percent of corpus)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Studies reporting latency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 (11 percent of corpus)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Typical Fabric CFT throughput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50-300 TPS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throughput range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3-1700 TPS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latency range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ms to 250+ 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4389120"/>
            <a:ext cx="1097280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dominates institutional deployment maturity, but Ethereum remains heavily represented in the broader literature.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 small minority of studies publish performance numbers, which limits direct comparison across platforms.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now reports ranges rather than single-point claims to reflect institutional workload variability.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RQ3 and RQ4 findings added this 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 and reproducibility now have explicit counts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120640" cy="260604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Interoperability pattern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Cross-chain bridge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Oracle-mediated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Message queue / broker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API gateway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Relay / notary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325880"/>
          <a:ext cx="5212080" cy="2286000"/>
        </p:xfrm>
        <a:graphic>
          <a:graphicData uri="http://schemas.openxmlformats.org/drawingml/2006/table">
            <a:tbl>
              <a:tblPr/>
              <a:tblGrid>
                <a:gridCol w="2606040"/>
                <a:gridCol w="2606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Artifact availability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Code / GitHub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Config / deployment files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Dataset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reusable artifact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58368" y="4069080"/>
            <a:ext cx="109728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48 of 279 included studies describe explicit interoperability patterns; most still assume isolated deployments.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gateways and oracle-based integrations appear more institution-ready than trust-minimized bridge proposals.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paper now names five systematic gaps: benchmarking, governance formalization, interoperability specification, privacy-performance quantification, and deployment reproducibility.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 in the repository outputs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Concrete artifacts produced between week 9 and week 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64008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5 synthesis and cross-tab CSVs under data/processed for RQ1-RQ4 evidence.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5 markdown reports under data/reports documenting recovery, extraction, contacts, and synthesis.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data_extraction_includes.csv and fulltext_screening.csv to reflect new extraction and screening state.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Added a new slide deck artifact for week 11 in the expected PPTX format.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16952" y="1728216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6952" y="2039112"/>
            <a:ext cx="341985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279 included studies in synthesis tables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 Tier A/B papers with full-text extraction coverage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A paywalled contact list prepared for follow-up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52360" y="370332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EEF7E9"/>
          </a:solidFill>
          <a:ln w="12700">
            <a:solidFill>
              <a:srgbClr val="EEF7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16952" y="3831336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posture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16952" y="4142232"/>
            <a:ext cx="341985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 is now set up for reproducible evidence synthesis rather than just a manuscript draft. The next step is author confirmation and quality rescoring.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actions after week 11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713232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5D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follow-up for the next reporting cycle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292608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Author-level confirmation of provisional includes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Full-text quality rescoring for Tier A/B paywalled studies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Complete abstract-based extraction for remaining studies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12-13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Pending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Draft Discussion and Limitations section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13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Journal targeting and submission prep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started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13232" y="4572000"/>
            <a:ext cx="1069848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week-11 tag as the baseline for the next class report.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new work with git diff week-11..HEAD or week-11 to the next weekly tag.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short-term manuscript gain is a Discussion section that interprets the quantified gaps now added to Results.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63550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Blockchain Consortium Networks SLR | Week 11 |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Kumoh National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 progress update</dc:title>
  <dc:subject>Week 11 progress report</dc:subject>
  <dc:creator>GitHub Copilot</dc:creator>
  <cp:lastModifiedBy>GitHub Copilot</cp:lastModifiedBy>
  <cp:revision>1</cp:revision>
  <dcterms:created xsi:type="dcterms:W3CDTF">2026-05-12T08:08:48Z</dcterms:created>
  <dcterms:modified xsi:type="dcterms:W3CDTF">2026-05-12T08:08:48Z</dcterms:modified>
</cp:coreProperties>
</file>