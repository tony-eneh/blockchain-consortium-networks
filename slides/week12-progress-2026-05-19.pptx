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13232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Utilization Strategies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Institutional Consortium Networks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Systematic Review - Week 12 Progress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01568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Eneh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Systems Laboratory (NSL)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Kumoh National Institute of Technology (KIT)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19,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 (Week 11)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counts stayed stable; this week focused on making the manuscript and tracker more defensible.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2560320" cy="132588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33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21792" y="17922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studies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24128"/>
            <a:ext cx="2560320" cy="13258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24128"/>
            <a:ext cx="256032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33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3456432" y="17922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extractions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24128"/>
            <a:ext cx="2560320" cy="13258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24128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33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6291072" y="17922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Abstract-only signals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8046720" cy="17830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2898648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 carried into Week 12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3264408"/>
            <a:ext cx="771753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Agent-assisted screening still needs author-level validation.</a:t>
            </a: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Screening-stage quality tiers must be replaced by full-text scores.</a:t>
            </a: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Throughput / latency captures need unit and workload checks before citation.</a:t>
            </a: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paper needs clearer limitations around OpenAlex substitution and open-access bias.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Progress | Blockchain Consortium Networks SLR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Week's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 over the last 6 days: 2 commits, focused on paper support and project-state correction.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2560320" cy="132588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33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21792" y="17922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since May 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24128"/>
            <a:ext cx="2560320" cy="13258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24128"/>
            <a:ext cx="256032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33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+496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3456432" y="17922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lines added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24128"/>
            <a:ext cx="2560320" cy="13258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24128"/>
            <a:ext cx="256032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33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+33/-19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91072" y="17922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refresh delta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886200" cy="17830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289864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5e8ee3e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3264408"/>
            <a:ext cx="355701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extensive references.</a:t>
            </a: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paper/references.bib expanded substantially; paper.tex gained citation support for domain examples, privacy, governance, and interoperability claims.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3931920" cy="17830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289864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c043af0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28032" y="3264408"/>
            <a:ext cx="360273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screening progress.</a:t>
            </a: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TODO.md now separates completed artifact generation from remaining publication-validation work.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548640" y="48920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Progress | Blockchain Consortium Networks SLR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Timeline (Weeks 1-12)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is a manuscript-hardening checkpoint, not a new screening pipeline stage.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77724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7957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16276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18745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RQs + PICOC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1798320" y="117957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16276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5400" y="18745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+ search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3093720" y="117957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590800" y="16276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90800" y="18745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dedup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389120" y="117957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16276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86200" y="18745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684520" y="117957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181600" y="16276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81600" y="18745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extraction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979920" y="117957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77000" y="16276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77000" y="18745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+ paper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220456" y="1124712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6276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18745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hardening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48640" y="2788920"/>
            <a:ext cx="8046720" cy="18288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3232" y="2898648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checkpoint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" y="3264408"/>
            <a:ext cx="771753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is no longer just accumulating material. The work this week clarified what is already artifact-backed and what still needs validation: human spot-checking, Tier A/B full-text rescoring, and metric verification. This makes the next report easier to defend.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548640" y="48920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Progress | Blockchain Consortium Networks SLR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Review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counts now made explicit in TODO.md.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2560320" cy="132588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33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863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21792" y="17922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candidates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24128"/>
            <a:ext cx="2560320" cy="13258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24128"/>
            <a:ext cx="25603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33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3456432" y="17922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24128"/>
            <a:ext cx="2560320" cy="13258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24128"/>
            <a:ext cx="25603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33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584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6291072" y="17922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exclusion buckets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127248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full 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37460" y="3200400"/>
            <a:ext cx="1290218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882542" y="312724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511296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text access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37460" y="3584448"/>
            <a:ext cx="964220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556544" y="351129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895344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second-pass exclude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37460" y="3968496"/>
            <a:ext cx="220393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2812717" y="389534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279392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uncertain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37460" y="4352544"/>
            <a:ext cx="146929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2739253" y="4279392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27432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tiers (screening-stage)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9160" y="3127248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06540" y="3200400"/>
            <a:ext cx="274965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6936369" y="312724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3511296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06540" y="3584448"/>
            <a:ext cx="1290218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7951622" y="351129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3895344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06540" y="3968496"/>
            <a:ext cx="116331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Text 36"/>
          <p:cNvSpPr/>
          <p:nvPr/>
        </p:nvSpPr>
        <p:spPr>
          <a:xfrm>
            <a:off x="7824716" y="389534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4279392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06540" y="4352544"/>
            <a:ext cx="222087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1" name="Text 39"/>
          <p:cNvSpPr/>
          <p:nvPr/>
        </p:nvSpPr>
        <p:spPr>
          <a:xfrm>
            <a:off x="6883491" y="4279392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4617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quality tiers are still title/abstract/source-derived signals, not final full-text scores.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48920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Progress | Blockchain Consortium Networks SLR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Snapshot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synthesis numbers did not change this week; the interpretation became stricter.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and evaluation coverage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37460" y="1536192"/>
            <a:ext cx="1290218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882542" y="1463040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37460" y="1920240"/>
            <a:ext cx="774131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366455" y="184708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231136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7460" y="2304288"/>
            <a:ext cx="532215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124539" y="223113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615184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37460" y="2688336"/>
            <a:ext cx="370938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2963262" y="261518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0789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signals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1463040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artifact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06540" y="1536192"/>
            <a:ext cx="1290218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951622" y="1463040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1847088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Config/deployment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06540" y="1920240"/>
            <a:ext cx="663541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7324945" y="184708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231136"/>
            <a:ext cx="182148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06540" y="2304288"/>
            <a:ext cx="221180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6882584" y="223113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3429000"/>
            <a:ext cx="8001000" cy="10515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" y="3538728"/>
            <a:ext cx="7671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changes the paper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8952" y="3904488"/>
            <a:ext cx="76718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manuscript should present these as evidence-coverage gaps, not as final performance laws. This framing makes the reference implementation motivation much stronger.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548640" y="48920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Progress | Blockchain Consortium Networks SLR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Manuscript Hardening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week's biggest visible change is stronger citation coverage.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86200" cy="13258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16128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base expanded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527048"/>
            <a:ext cx="35570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paper/references.bib grew by nearly 500 lines, improving support for the taxonomy, application-domain examples, privacy mechanisms, and interoperability discussion.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13258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16128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claims better anchored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8032" y="1527048"/>
            <a:ext cx="36027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paper.tex gained targeted reference updates so Results and Discussion are less dependent on generic blockchain survey claims.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886200" cy="13258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285292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now more honest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3218688"/>
            <a:ext cx="35570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TODO.md now states 95 full-text extractions, 184 abstract-only signals, screening-stage tiers, and the need to verify metric captures.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4663440" y="2743200"/>
            <a:ext cx="3931920" cy="13258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285292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risk named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3218688"/>
            <a:ext cx="36027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now calls out OpenAlex substitution, open-access bias, missing human adjudication, and heuristic extraction as limitations to address.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Progress | Blockchain Consortium Networks SLR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after the Week 12 TODO refresh.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932688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9555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51560" y="914400"/>
            <a:ext cx="7040880" cy="31089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96926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RQs + PICOC scope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344168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13670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51560" y="1325880"/>
            <a:ext cx="7040880" cy="31089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138074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draft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1755648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17785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51560" y="1737360"/>
            <a:ext cx="7040880" cy="31089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179222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strings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167128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21899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51560" y="2148840"/>
            <a:ext cx="7040880" cy="31089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0" name="Text 18"/>
          <p:cNvSpPr/>
          <p:nvPr/>
        </p:nvSpPr>
        <p:spPr>
          <a:xfrm>
            <a:off x="1170432" y="220370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dedup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2578608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26014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51560" y="2560320"/>
            <a:ext cx="7040880" cy="31089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4" name="Text 22"/>
          <p:cNvSpPr/>
          <p:nvPr/>
        </p:nvSpPr>
        <p:spPr>
          <a:xfrm>
            <a:off x="1170432" y="261518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screening complete; human validation pending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2990088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30129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51560" y="2971800"/>
            <a:ext cx="7040880" cy="31089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8" name="Text 26"/>
          <p:cNvSpPr/>
          <p:nvPr/>
        </p:nvSpPr>
        <p:spPr>
          <a:xfrm>
            <a:off x="1170432" y="302666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bootstrap + partial full text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3401568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34244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51560" y="3383280"/>
            <a:ext cx="7040880" cy="31089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2" name="Text 30"/>
          <p:cNvSpPr/>
          <p:nvPr/>
        </p:nvSpPr>
        <p:spPr>
          <a:xfrm>
            <a:off x="1170432" y="343814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Screening-stage quality rubric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3813048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" y="38359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51560" y="3794760"/>
            <a:ext cx="7040880" cy="31089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6" name="Text 34"/>
          <p:cNvSpPr/>
          <p:nvPr/>
        </p:nvSpPr>
        <p:spPr>
          <a:xfrm>
            <a:off x="1170432" y="384962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bootstrapped; verify before publication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4224528"/>
            <a:ext cx="256032" cy="2560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" y="42473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51560" y="4206240"/>
            <a:ext cx="704088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1170432" y="426110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48920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Progress | Blockchain Consortium Networks SLR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Actions for Week 13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artifact-backed draft to defensible SLR manuscript.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8046720" cy="33832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097280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463040"/>
            <a:ext cx="7717536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Complete the 40-row human spot-check and compute agreement.</a:t>
            </a: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Full-text rescore the 148 Tier A/B candidates.</a:t>
            </a: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Verify throughput, latency, and fault-tolerance metric captures.</a:t>
            </a: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Revise Methods and Limitations around OpenAlex, access bias, and agent triage.</a:t>
            </a:r>
            <a:endParaRPr lang="en-US" sz="12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Simplify dense IEEE tables causing overfull boxes.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the strongest claims traceable to validated evidence, not just generated artifacts.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Progress | Blockchain Consortium Networks SLR |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Consortium Networks SLR - Week 12 Progress</dc:title>
  <dc:subject>Week 12 progress report</dc:subject>
  <dc:creator>Tony Eneh</dc:creator>
  <cp:lastModifiedBy>Tony Eneh</cp:lastModifiedBy>
  <cp:revision>1</cp:revision>
  <dcterms:created xsi:type="dcterms:W3CDTF">2026-05-19T08:49:49Z</dcterms:created>
  <dcterms:modified xsi:type="dcterms:W3CDTF">2026-05-19T08:49:49Z</dcterms:modified>
</cp:coreProperties>
</file>