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Utilization Strategies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Institutional Consortium Networks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Systematic Review — Week 9 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Eneh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Systems Laboratory (NSL)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Kumoh National Institute of Technology (KIT)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 (Week 8)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37160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candidates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5156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 (32.3%)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51560"/>
            <a:ext cx="25603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 (67.7%)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8046720" cy="19202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going into Week 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No quality scores yet — every include is treated as equal weight.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decisions over 863 papers had zero human spot-check.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data_extraction.csv was a 37-column scaffold with bibliographic fields only — Step 6 unstarted.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Timeline (Weeks 1–9)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-9144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1828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RQs + PICOC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7692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444752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 +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43884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980944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dedup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80076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17136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25696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16268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053328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61888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full-text screening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06740" y="973836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extraction bootstrap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8046720" cy="2194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10896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deterministic screening-stage quality rubric (4 dimensions × 0–2) and ran it on the 279 includes.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stratified spot-check sample (40 rows: 20 includes by tier + 20 excludes by reason) for author audit.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data_extraction_includes.csv: 279 rows × 37 cols, with abstract-only heuristic seed for 7 fields.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first taxonomy signals: 159 IoT/edge, 105 healthcare, 49 Fabric, 32 Ethereum, 12 PBFT.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Rubric — Screening-Stage Tiering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4206240" cy="3840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PRISMA-protocol dimensions  (0–2 each, total 0–8)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validity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vocabulary in title/abstract: throughput, latency, benchmark, prototype, …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venue (IEEE/WoS/Scopus/ACM) + comparison/baseline signal.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/ cross-organizational markers: consortium, inter-bank, healthcare, supply chain, …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/ GitHub / Zenodo / artifact / replication package signals.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960120"/>
            <a:ext cx="3657600" cy="3840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024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distribution  (n = 279)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(≥6)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719072"/>
            <a:ext cx="467693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02733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(4–5)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2359152"/>
            <a:ext cx="219456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(2–3)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999232"/>
            <a:ext cx="1978702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013742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474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(0–1)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3639312"/>
            <a:ext cx="377752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12792" y="3474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of 279 (53%) score B or higher → priority queue for full-text rubric pass.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Spot-Check — Stratified Sample (n = 40)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 (5 per tier  →  20 rows)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50720" y="1417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9920" y="1417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801368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50720" y="1801368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69920" y="1801368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8541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50720" y="218541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69920" y="218541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569464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50720" y="2569464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69920" y="2569464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50720" y="295351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69920" y="295351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sampled equally → covers strongest and weakest agent decisions.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 (4 per top reason  →  20 rows)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insufficient_fulltext_access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1801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1801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185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no_full_text_access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21854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21854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569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second_pass_likely_exclude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5694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25694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2953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agent_uncertain_full_text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29535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0" y="29535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no_quantitative_or_reproducible_evi…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3337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3337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seed = 20260428. Reviewer fills human_decision column.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Taxonomy Signals  (abstract-only heuristics, n = 279)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edge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252728"/>
            <a:ext cx="1828800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1887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636776"/>
            <a:ext cx="1207698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539418" y="15727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020824"/>
            <a:ext cx="793630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125350" y="19568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340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public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404872"/>
            <a:ext cx="667109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998829" y="23408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24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banking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2788920"/>
            <a:ext cx="437072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2768792" y="27249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172968"/>
            <a:ext cx="402566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2734286" y="3108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4930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3557016"/>
            <a:ext cx="368060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2699780" y="34930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877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utilities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941064"/>
            <a:ext cx="241540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2573260" y="38770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1252728"/>
            <a:ext cx="173736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11887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1636776"/>
            <a:ext cx="1134602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7855442" y="15727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19568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2020824"/>
            <a:ext cx="177282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6898122" y="19568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2340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Besu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2404872"/>
            <a:ext cx="141825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6862665" y="23408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2724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2788920"/>
            <a:ext cx="106369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6827209" y="27249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0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3172968"/>
            <a:ext cx="4572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3108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0" y="34930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Sawtooth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75120" y="3557016"/>
            <a:ext cx="4572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6766560" y="34930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37760" y="3977640"/>
            <a:ext cx="3657600" cy="7772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074920" y="4023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signal (sparse): PBFT 12, RAFT 6, PoS/PoW 5 each, Tendermint/HotStuff/PoA 1 each.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abstracts elide consensus details — full-text pass needed.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= abstract regex; reviewer must verify against full text.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Extraction Bootstrap  (data_extraction_includes.csv)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in extraction sheet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60120"/>
            <a:ext cx="2560320" cy="128016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78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56032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60120"/>
            <a:ext cx="256032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78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cell hints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fill counts per field  (max = 279)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889504"/>
            <a:ext cx="4524477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3397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 (90%)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127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smart_contract_support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3182112"/>
            <a:ext cx="1658374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447294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 (33%)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419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platform_stack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3474720"/>
            <a:ext cx="1424039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4212959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 (28%)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privacy_mechanism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767328"/>
            <a:ext cx="504723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3293643" y="3712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(10%)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005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consensus_strategy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4059936"/>
            <a:ext cx="450645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3239565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(9%)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interoperability_strategy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4352544"/>
            <a:ext cx="324465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113385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(6%)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artifact_code_available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0" y="4645152"/>
            <a:ext cx="198284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2987204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(4%)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bootstrapped values are prefixed [auto] for reviewer audit; remaining 30 fields require full-text reading.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9669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96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960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(PICOC)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005840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005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380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426464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26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83794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1801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strings (PRISMA-S)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847088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25856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2221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execution + dedup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2267712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67919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26426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2688336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6883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screening (agent)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3108960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3483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— bootstrap done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0" y="3529584"/>
            <a:ext cx="1371600" cy="2926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35295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3941064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" y="3904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— rubric live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58000" y="3950208"/>
            <a:ext cx="1371600" cy="2926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3950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43616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3000" y="4325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+ taxonomy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0" y="4370832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4370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scripts this week: quality_assessment.py, sample_spotcheck.py, bootstrap_extraction.py.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(Week 10)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124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rubric pass on tier-A/B (148 papers)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435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abstract-only construct/internal/external/repro scores with full-text scores; identify tier movers.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084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spot-check audit (40 rows)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3957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fills human_decision; compute agreement rate vs agent; document discrepancies in audit report.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63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paywalled full-texts (top of priority)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55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491 OA-gap candidates through institutional access; re-run review_firstpass_fulltexts.py.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23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deep-fill on tier-A includes (n = 26)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populate the 30 non-bootstrapped extraction fields; first synthesis tables follow.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Consortium Networks SLR — Week 9 Progress</dc:title>
  <dc:subject>PptxGenJS Presentation</dc:subject>
  <dc:creator>Tony Eneh</dc:creator>
  <cp:lastModifiedBy>Tony Eneh</cp:lastModifiedBy>
  <cp:revision>1</cp:revision>
  <dcterms:created xsi:type="dcterms:W3CDTF">2026-04-27T03:06:29Z</dcterms:created>
  <dcterms:modified xsi:type="dcterms:W3CDTF">2026-04-27T03:06:29Z</dcterms:modified>
</cp:coreProperties>
</file>