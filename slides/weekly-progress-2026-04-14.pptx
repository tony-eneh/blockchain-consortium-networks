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Utilization Strategies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Institutional Consortium Networks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Systematic Review — Weekly Progress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Eneh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Networked Systems Laboratory (NSL)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Kumoh National Institute of Technology (KIT)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14,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801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technical evidence on how institutions design and deploy consortium blockchain strategies, and derive an experimentally testable reference architecture.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840480" cy="100584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743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+ PRISMA-S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651760"/>
            <a:ext cx="3840480" cy="100584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743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multi-party settings — inter-bank, inter-agency, enterprise consortia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Technical-first review paired with a reference implementation phase.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16459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64008" cy="1645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612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· Taxonomy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blockchain utilization strategies are reported for institutional consortium workflows? Taxonomize across architecture, governance, consensus, privacy.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840480" cy="16459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64008" cy="1645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612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· Trade-offs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empirical evidence exists on trade-offs among performance, resilience, privacy, and operational complexity?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840480" cy="16459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71800"/>
            <a:ext cx="64008" cy="1645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81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· Interoperability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interoperability patterns (cross-chain, API-mediated, bridge/oracle, messaging) are most effective under institutional constraints?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840480" cy="16459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64008" cy="1645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081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· Gaps &amp; Implementation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290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design gaps and reproducibility weaknesses remain? How should a reference implementation be structured?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24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Technology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990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"consortium blockchain" OR "permissioned blockchain" OR "enterprise blockchain" OR "distributed ledger"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73152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Institutional Setting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677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institution* OR "inter-organizational" OR "cross-organizational" OR interbank OR "multi-party"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8046720" cy="73152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Strategy Dimensions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363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OR consensus OR privacy OR confidentiality OR interoperability OR cross-chain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730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Technical Evidence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implement* OR prototype OR benchmark OR evaluation OR experiment*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AND  ·  Date range: 2021 – present  ·  4 sources queried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Sources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2918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Xplore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search + CSV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Boolean query on All Metadata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of 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search + CSV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TS= Topic field 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script (Atom API)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focused sub-queries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OpenAlex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script (Works API)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ACM DL + Scopus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4747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OpenAlex?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Digital Library requires a premium subscription to export CSV. Scopus requires an institutional subscription to search. Semantic Scholar API was attempted but rate-limited without an API key. OpenAlex is free, open, and indexes ~250M works including ACM and Elsevier/Scopus venues.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1280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1,707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Identified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560320" cy="1280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2560320" cy="128016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1,638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Records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4572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Xplore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of 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(API)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OpenAlex (API)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30352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Dedup: DOI match (40) + title+year match (29)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 Flow — Identification Phase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914400"/>
            <a:ext cx="6400800" cy="246888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0" y="1417320"/>
            <a:ext cx="1280160" cy="82296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417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1280160" cy="82296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417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of Science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417320"/>
            <a:ext cx="1280160" cy="82296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17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1280160" cy="82296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417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1,222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 identified: 1,707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2286000" y="3611880"/>
            <a:ext cx="4572000" cy="50292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86000" y="3611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removed: 69  (DOI: 40  |  Title+Year: 29)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286000" y="4343400"/>
            <a:ext cx="4572000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4343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to screen: 1,638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(PICOC)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1124712"/>
            <a:ext cx="1280160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1247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58191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protocol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0" y="1655064"/>
            <a:ext cx="1280160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6550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157984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11226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strings (PRISMA-S)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0" y="2185416"/>
            <a:ext cx="1280160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1854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688336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264261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execution + deduplication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0" y="2715768"/>
            <a:ext cx="1280160" cy="3108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7157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21868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317296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Title/abstract screening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0" y="3246120"/>
            <a:ext cx="1280160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324612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88720" y="370332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quality assessment, synthesis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58000" y="3776472"/>
            <a:ext cx="1280160" cy="3108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37764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279392"/>
            <a:ext cx="365760" cy="36576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88720" y="42336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 + experiments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858000" y="4306824"/>
            <a:ext cx="1280160" cy="3108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430682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artifacts version-controlled in Git.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1247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abstract screening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4356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inclusion/exclusion criteria to 1,638 records. Two-reviewer independent screening.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031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20848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screening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3957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and assess shortlisted papers against full eligibility criteria.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632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044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exclusion reasons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3558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reasons per PRISMA flow. Complete the flow diagram.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0233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4005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template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3159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extraction form: platform, consensus, governance, privacy, interoperability, metrics.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Consortium Networks SLR — Weekly Progress</dc:title>
  <dc:subject>PptxGenJS Presentation</dc:subject>
  <dc:creator>Tony Eneh</dc:creator>
  <cp:lastModifiedBy>Tony Eneh</cp:lastModifiedBy>
  <cp:revision>1</cp:revision>
  <dcterms:created xsi:type="dcterms:W3CDTF">2026-04-14T09:09:34Z</dcterms:created>
  <dcterms:modified xsi:type="dcterms:W3CDTF">2026-04-14T09:09:34Z</dcterms:modified>
</cp:coreProperties>
</file>